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5943600" cy="5943600"/>
          </a:xfrm>
          <a:prstGeom prst="ellipse">
            <a:avLst/>
          </a:prstGeom>
          <a:solidFill>
            <a:srgbClr val="1F7A8C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4480560"/>
            <a:ext cx="4754880" cy="4754880"/>
          </a:xfrm>
          <a:prstGeom prst="ellipse">
            <a:avLst/>
          </a:prstGeom>
          <a:solidFill>
            <a:srgbClr val="F4A300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Program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 Approved Internship  |  Codec Technologies Pvt. Ltd.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526280"/>
            <a:ext cx="1280160" cy="27432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Lavaniya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66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25SCS1003000594  |  B.Tech CSE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22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June – 24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F7A8C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417320" y="1371600"/>
            <a:ext cx="1097280" cy="1097280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4173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Anuj
Lavaniya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868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34840" y="1783080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44568" y="189280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074920" y="1755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0025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25SCS1003000594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34840" y="2496312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44568" y="2606040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074920" y="2468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715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34840" y="3209544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44568" y="3319272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074920" y="31821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4290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Batch 2026–27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434840" y="3922776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44568" y="4032504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074920" y="3895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41422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34840" y="4636008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44568" y="4745736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074920" y="46085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74920" y="48554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5349240"/>
            <a:ext cx="457200" cy="45720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44568" y="5458968"/>
            <a:ext cx="237744" cy="237744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074920" y="5321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55686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| 24/06/2026 – 24/07/2026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17830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at Codec Technologies Pvt. Ltd. provided professional exposure in Cyber Security. It was conducted in hybrid mode across India and involved assigned project and training tasks.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350215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979676" y="3611880"/>
            <a:ext cx="822960" cy="82296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89988" y="3822192"/>
            <a:ext cx="402336" cy="402336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20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 across India.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3337560"/>
            <a:ext cx="350215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756148" y="3611880"/>
            <a:ext cx="822960" cy="82296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66460" y="3822192"/>
            <a:ext cx="402336" cy="402336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599432" y="45720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5120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3337560"/>
            <a:ext cx="3502152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2620" y="3611880"/>
            <a:ext cx="822960" cy="82296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742932" y="3822192"/>
            <a:ext cx="402336" cy="402336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375904" y="45720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67344" y="51206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24/06/2026 – 24/07/2026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5943600" cy="5943600"/>
          </a:xfrm>
          <a:prstGeom prst="ellipse">
            <a:avLst/>
          </a:prstGeom>
          <a:solidFill>
            <a:srgbClr val="1F7A8C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4480560"/>
            <a:ext cx="4754880" cy="4754880"/>
          </a:xfrm>
          <a:prstGeom prst="ellipse">
            <a:avLst/>
          </a:prstGeom>
          <a:solidFill>
            <a:srgbClr val="F4A300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Theory to an Industry-Oriented Cyber Security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508760"/>
          </a:xfrm>
          <a:prstGeom prst="rect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60120" y="205740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how to translate theoretical computing knowledge into an organized, industry-oriented cyber security workflow: understanding a security objective, reviewing authorized inputs, analysing threats and risks, executing assigned activities, validating findings, and documenting outcomes.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flow supported by the internship report: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2395728" cy="10515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4251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Security Objective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4251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47872" y="4251960"/>
            <a:ext cx="2395728" cy="10515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639312" y="4251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Input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4251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55664" y="4251960"/>
            <a:ext cx="2395728" cy="10515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547104" y="4251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Security Activity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425196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363456" y="4251960"/>
            <a:ext cx="2395728" cy="10515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454896" y="4251960"/>
            <a:ext cx="221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Output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96696" y="200253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Fundamentals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practical relevance and fundamentals of Cyber Security.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64592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5152" y="187452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73168" y="200253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45152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Industry-Oriented Approach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880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industry-oriented approach to analysing cyber-security tasks and risks.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93024" y="164592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21624" y="187452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49640" y="200253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421624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288036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typical cyber-security workflow stages, from scope definition to validation and reporting.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96696" y="424281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4754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Communication Skills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1206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analytical thinking, technical communication, documentation and professional discipline.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388620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645152" y="411480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73168" y="424281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645152" y="4754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51206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exposure through assigned cyber-security training and project-related tasks.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93024" y="3886200"/>
            <a:ext cx="35021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421624" y="4114800"/>
            <a:ext cx="502920" cy="50292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549640" y="4242816"/>
            <a:ext cx="246888" cy="2468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421624" y="47548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Academic-to-Professional Connection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421624" y="51206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academic Computer Science knowledge with professional cyber-security practice.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AI CONCEPTS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Cyber-security learning areas documented in the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13916" y="19019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87652" y="207568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26334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Fundamentals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6265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 and security principles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56432" y="164592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30268" y="19019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4004" y="207568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93592" y="26334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Awareness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96265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threats and attack surfaces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164592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246620" y="19019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20356" y="207568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9944" y="26334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Access Control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96265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Application Security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89136" y="164592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062972" y="19019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0236708" y="207568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226296" y="26334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Risk Awareness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96265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and incident awareness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613916" y="38221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787652" y="399592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455371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Documentation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88289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findings and document observations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56432" y="356616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430268" y="38221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604004" y="399592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3593592" y="455371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Security Practice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93592" y="488289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access and responsible security practices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72784" y="356616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246620" y="38221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20356" y="399592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6409944" y="455371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Cyber Security Practice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488289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working &amp; assigned project/training tasks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89136" y="3566160"/>
            <a:ext cx="2587752" cy="16916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062972" y="38221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236708" y="3995928"/>
            <a:ext cx="292608" cy="292608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9226296" y="455371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Internship Scope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26296" y="488289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specific security tool stack is identified in the official documents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Security Objective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objective, expected output and constraints.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6432" y="164592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39312" y="182880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6393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87952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242316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/ Input Understanding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297180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information required for the task and organize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164592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5664" y="182880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5566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42316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Task Execution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55664" y="297180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threats and risks, then complete assigned security activities within authorization.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89136" y="164592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272016" y="182880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2720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242316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Documentation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2971800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findings, record observations, learning, limitations and outcomes.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371600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56432" y="384048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39312" y="402336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4187952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72784" y="384048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55664" y="402336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7004304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89136" y="3840480"/>
            <a:ext cx="258775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272016" y="4023360"/>
            <a:ext cx="457200" cy="45720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9820656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TextBox 53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Flow: Problem / Security Objective → Asset / Input → Risk Analysis → Authorized Security Activity → Validation →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Cyber Security as an applied area of Computer Science.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23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break security-related tasks into logical stages.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81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awareness of threats, vulnerabilities, risk, access control and secure practices.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989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professional communication, documentation and reporting skills.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982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an industry-oriented internship environment and assigned project/training tasks.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365760" cy="365760"/>
          </a:xfrm>
          <a:prstGeom prst="ellipse">
            <a:avLst/>
          </a:prstGeom>
          <a:solidFill>
            <a:srgbClr val="12213B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566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confidence in connecting academic learning with practical cyber-security practice.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5943600" cy="5943600"/>
          </a:xfrm>
          <a:prstGeom prst="ellipse">
            <a:avLst/>
          </a:prstGeom>
          <a:solidFill>
            <a:srgbClr val="1F7A8C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4480560"/>
            <a:ext cx="4754880" cy="4754880"/>
          </a:xfrm>
          <a:prstGeom prst="ellipse">
            <a:avLst/>
          </a:prstGeom>
          <a:solidFill>
            <a:srgbClr val="F4A300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8952" y="2084832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1947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Designation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854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411480" cy="41148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8952" y="2743200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234440" y="2606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Organization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437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411480" cy="41148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58952" y="3401568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234440" y="3264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502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Internship Documents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411480" cy="41148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58952" y="4059936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234440" y="39227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58952" y="4718304"/>
            <a:ext cx="182880" cy="18288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1234440" y="4581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818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| 24/06/2026 – 24/07/2026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040880" y="1371600"/>
            <a:ext cx="45720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040880" y="1371600"/>
            <a:ext cx="4572000" cy="109728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3609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INTERNSHIP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4505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Anuj Lavaniya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2944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 the 1-month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June 2026 – 24 July 2026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89520" y="4069080"/>
            <a:ext cx="34747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736092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 Partner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4498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5074920"/>
            <a:ext cx="12801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360920" y="5120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5349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Anuj Lavaniya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5943600" cy="5943600"/>
          </a:xfrm>
          <a:prstGeom prst="ellipse">
            <a:avLst/>
          </a:prstGeom>
          <a:solidFill>
            <a:srgbClr val="1F7A8C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4480560"/>
            <a:ext cx="4754880" cy="4754880"/>
          </a:xfrm>
          <a:prstGeom prst="ellipse">
            <a:avLst/>
          </a:prstGeom>
          <a:solidFill>
            <a:srgbClr val="F4A300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38648" y="1280160"/>
            <a:ext cx="914400" cy="914400"/>
          </a:xfrm>
          <a:prstGeom prst="ellipse">
            <a:avLst/>
          </a:prstGeom>
          <a:solidFill>
            <a:srgbClr val="1B2E52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39816" y="1481328"/>
            <a:ext cx="512064" cy="51206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4290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|  AICTE – ICAC Approved Program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47208" y="3977640"/>
            <a:ext cx="1097280" cy="18288"/>
          </a:xfrm>
          <a:prstGeom prst="rect">
            <a:avLst/>
          </a:prstGeom>
          <a:solidFill>
            <a:srgbClr val="F4A30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Lavaniya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0" y="449884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25SCS1003000594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Internship – Himanshu Pandey</dc:title>
  <dc:subject>PptxGenJS Presentation</dc:subject>
  <dc:creator>Himanshu Pandey</dc:creator>
  <cp:lastModifiedBy>PptxGenJS</cp:lastModifiedBy>
  <cp:revision>1</cp:revision>
  <dcterms:created xsi:type="dcterms:W3CDTF">2026-08-30T15:14:38Z</dcterms:created>
  <dcterms:modified xsi:type="dcterms:W3CDTF">2026-08-30T15:14:38Z</dcterms:modified>
</cp:coreProperties>
</file>